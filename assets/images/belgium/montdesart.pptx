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A785-2FFA-D5ED-6F0F-CC8C881B9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44926-8439-1298-CCC3-3E3F0DF42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C6EC3-C5EF-DE1D-BA3D-68AA4CB5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B034-F3EC-7FBC-AE2A-FABE62B59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533E5-52FB-284E-9B91-97752F39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9441-AE5D-2A11-7ACA-7E3EAC6A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3CA85-9CFA-F604-D60C-BCCC66D91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82436-492D-0D0E-62EB-59FAA4A0C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49F0E-1B95-3A8C-D223-D279F061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E8BB3-B344-A397-741E-91442939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05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502D-9101-C108-2321-6C5BDC67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C3CF8-621F-8433-5D19-62BEF9042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0E480-0B2C-1B6B-11A8-0AA484613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2F0B8-09D9-BF69-C778-A903C5F5A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9B6F3-A985-02E4-5952-5A7FC9F6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53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98B35-73F6-2A68-ECE4-3F3FFC9A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14120-55B4-B331-7CDB-530A374B9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B9B55-41D4-ED9E-32C6-ED09D2E13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6F0A6-9341-2B46-2EC6-7C54DC30C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2090-20D5-7286-5B38-2147C4CC5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07E2D-ED96-135C-F0B8-0C9E9A22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0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B717-19F7-5414-0B43-B092A4C1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60508-DEE2-BDD3-70E9-CFF4A1735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CFE8F-BCCC-04AF-7AA5-B76A0E014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B4CC3-53D2-16C2-E601-EE85C9D69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D720F8-F952-EA24-449B-89DA910F8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0CE55-9DB2-929C-B66E-7B52E28C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015C1D-5464-16FD-7C4D-8D143645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2A514-C477-FCE3-7995-62FD0D0B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1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807F-D135-A1B5-632E-866D4483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B0D48-0ED0-789E-F8F0-9FAA2FACA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98900-7B7A-5873-E742-18FA3EF9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1DC82-ADE1-44D9-9EE0-2AC681C6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0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5BF6D-EE23-9DBC-D7FA-7FEF6BA0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2BB951-E38D-273D-126C-315064C0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0DD7E-A730-798B-D5A7-73E47F657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7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3E34-C83E-5A38-41C2-ED950B78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F0C0F-740B-8D0C-0070-76E9EBDD2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BB222-D557-514C-B590-7C39A5EC0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EF071-EFEA-20AC-ED1D-C4D7A0D9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D7C97-406E-E01E-EE3A-1D5F0B25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BBB0A-1D0E-346E-C848-BA2241B3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57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3800-43B8-732A-EE54-7D7A3103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6A20B-B326-FCA7-6BD6-0FAE4DB9A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E949E-C0CD-E141-769D-64EEB6B7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0438A-0A6E-97AD-09E9-A8E0BA9A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4563A-175F-E8EB-ADC4-8DD3688E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1BABF-9AA4-B3D5-4904-8322A777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35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F02F-0202-F56A-BD6D-21C9D526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9ACB6-7F84-A095-B55D-573D892E2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03367-2C96-7663-9C51-709BCB00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5CEEF-8A18-BA1E-BE2F-366FC3C6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61393-F6D9-B607-B7B1-B98E6F04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04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FA8D7-089D-C373-D3DA-995BD39D7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76295-94F6-650B-2DA2-AEE5BBA75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74079-4E7E-F428-783C-DDE4846CD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C2E31-799B-4482-6F48-71EA729E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279D4-9B32-143B-7045-7C7F1195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3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84D43-0FFB-1729-B281-BA7325B3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E057C-B234-ACD5-9107-60189501F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CF1EF-F9DE-DBEC-5E4D-8165B7B13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A6C7E-D53D-465E-A3EE-E4818AE2F6F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69AEA-561C-95A6-3717-D0D710640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DB41D-9DA0-B39B-3CCB-5635299BA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C0BCA-68DD-4F20-B168-2038B924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4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9D2C73-08B0-4F6B-A8E9-4651E6BDB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8DB88C-7EF2-487C-85D1-848F61F13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5B37E3-5231-2742-3179-631CBB6D3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1965"/>
          <a:stretch>
            <a:fillRect/>
          </a:stretch>
        </p:blipFill>
        <p:spPr>
          <a:xfrm>
            <a:off x="643467" y="643467"/>
            <a:ext cx="5372099" cy="5571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BB0A9-38BD-E1DA-46A7-AEC085F99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4" r="10396" b="3"/>
          <a:stretch>
            <a:fillRect/>
          </a:stretch>
        </p:blipFill>
        <p:spPr>
          <a:xfrm>
            <a:off x="6176432" y="643467"/>
            <a:ext cx="537210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Bindeman</dc:creator>
  <cp:lastModifiedBy>Michael Bindeman</cp:lastModifiedBy>
  <cp:revision>1</cp:revision>
  <dcterms:created xsi:type="dcterms:W3CDTF">2026-09-13T14:03:09Z</dcterms:created>
  <dcterms:modified xsi:type="dcterms:W3CDTF">2026-09-13T14:05:19Z</dcterms:modified>
</cp:coreProperties>
</file>