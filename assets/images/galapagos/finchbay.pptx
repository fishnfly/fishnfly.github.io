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>
        <p:scale>
          <a:sx n="133" d="100"/>
          <a:sy n="133" d="100"/>
        </p:scale>
        <p:origin x="84" y="-1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708B6-1784-7C0E-1451-F69AFBDF3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50EF3-5455-3BB8-2924-19EAF7537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355CB-22A5-95F5-54AE-243235CE4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B029-0906-44E8-82EC-7DBDFC000C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3FCCE-20F2-3EBF-6966-9CD581861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E27B5-5134-9C3E-B94D-47C45EBD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14E2-9E7E-4558-8D54-FE668034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52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3E83-D920-3532-5076-3B577552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12EF2-6712-CF50-08BE-ACFA68DB3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7AF73-92BF-E019-7EE9-7D5B5299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B029-0906-44E8-82EC-7DBDFC000C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F2B1-FD71-938F-077A-2F6D5F267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C2076-210C-E65D-1E0F-3BC6D764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14E2-9E7E-4558-8D54-FE668034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28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E4442-163E-6818-33B1-61A856ABD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9E3A7-AF1A-DF36-BC0E-863C221D7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A00D4-C3D4-EAED-23D7-F57B0FDFD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B029-0906-44E8-82EC-7DBDFC000C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BB293-EDA5-9FBF-5E12-A1954FEC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C7DDF-89E0-FF00-B1A3-CE6E8E23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14E2-9E7E-4558-8D54-FE668034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9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C3181-AE57-5C63-9246-6D8839E4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A5C8D-A335-DDFD-BB24-568545AA5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00194-CA28-866B-31B1-71D8E9C2B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A769A-43A0-EED8-9630-5864871A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B029-0906-44E8-82EC-7DBDFC000C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8B671-1028-6FEE-1B82-F426E21D5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A0347-42B4-4094-D2A8-5373532A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14E2-9E7E-4558-8D54-FE668034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1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776A3-44E9-AE52-ED42-F1A26FAE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0E086-E91A-190F-9E2E-F78753E15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C28AD-2E01-72AF-7265-E8016C89E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699C36-C7C6-8D7C-B7A4-CB225BF3C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7A102B-F523-5F2D-6BCD-AB36DBE8E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FC4DC8-6A1B-3B3B-F9BC-FEC39DC07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B029-0906-44E8-82EC-7DBDFC000C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B54C2-FBE1-D507-72B4-8C93B87EE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6D0B38-4F90-6432-DD0E-8DF14D41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14E2-9E7E-4558-8D54-FE668034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67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0C93-0428-DC73-FB69-62B13CC1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34953C-A38F-DE34-2EF2-08962474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B029-0906-44E8-82EC-7DBDFC000C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09CEF-B8D3-E5C1-91C2-A7CD8836F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70E17-E451-F5C5-9118-2E9068CD2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14E2-9E7E-4558-8D54-FE668034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0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360646-407D-9FCE-5F0C-9E5E2A5F6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B029-0906-44E8-82EC-7DBDFC000C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EEA8D-4026-A6EE-5DA1-1724477E4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674C7-9416-EF18-5C49-F995F3F66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14E2-9E7E-4558-8D54-FE668034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5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768E-E5CC-C79F-94FF-29C59523F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5719B-63DD-3669-90B0-D8A7E110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FBEDE-3B55-9336-31BE-17E676C7F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68FF0-4721-93ED-B31D-8E30ABFED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B029-0906-44E8-82EC-7DBDFC000C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8B6AE-0805-727C-1AAB-4A6EB0D9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60D1C-660A-55BC-7BB7-1565BCE9E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14E2-9E7E-4558-8D54-FE668034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11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D386-36D9-6954-2170-D5233975C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174C00-6C6C-E36F-CE3C-996A930D4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E392E-9D4F-E58D-CE17-9A99525E5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8C23D-90E2-6856-D560-5789936C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B029-0906-44E8-82EC-7DBDFC000C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7AD4D-B678-916D-4939-45BD99D4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B2373-88CE-83AF-45AF-0E5D4762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14E2-9E7E-4558-8D54-FE668034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31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98C2-DE40-63D7-D08C-EADB18446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4F7F5-3A94-2B74-86D4-2E6330AEC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E9CE1-D8F0-4537-BF82-33333A25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B029-0906-44E8-82EC-7DBDFC000C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6D96C-9EE0-12B4-071A-20C4C8CD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DFAC7-B05C-7792-7D2F-9420E85B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14E2-9E7E-4558-8D54-FE668034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9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D4D10-3420-044E-34EC-DA69B7606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E4934-AEEC-2BBA-1B3A-DFAE3BC6C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675E8-2BA7-F61B-AA97-3A50EC49F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B029-0906-44E8-82EC-7DBDFC000C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8A697-8A84-798F-2694-89BAE48D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664C0-7390-6AE9-037B-3B83C2BD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14E2-9E7E-4558-8D54-FE668034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04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81D414-380B-F2E0-C6C9-E9ABDEE6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3D17F-180F-FAE5-B4F7-E86564C41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CA9DC-37E8-B886-804D-D815EFB870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6B029-0906-44E8-82EC-7DBDFC000C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8BAAD-E864-A7D3-BDD1-CE9753FCE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0014B-0929-C1E0-5943-A97B55BCC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314E2-9E7E-4558-8D54-FE668034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2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small crabs scuttles across a rocky shoreline, some partially submerged in the sea.&#10;&#10;AI-generated content may be incorrect.">
            <a:extLst>
              <a:ext uri="{FF2B5EF4-FFF2-40B4-BE49-F238E27FC236}">
                <a16:creationId xmlns:a16="http://schemas.microsoft.com/office/drawing/2014/main" id="{997752EE-84E8-12FE-1EAD-EBC962D68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3" r="20563"/>
          <a:stretch>
            <a:fillRect/>
          </a:stretch>
        </p:blipFill>
        <p:spPr>
          <a:xfrm>
            <a:off x="9631680" y="3154680"/>
            <a:ext cx="2560320" cy="3703320"/>
          </a:xfrm>
          <a:prstGeom prst="rect">
            <a:avLst/>
          </a:prstGeom>
          <a:ln w="38100">
            <a:solidFill>
              <a:srgbClr val="000000"/>
            </a:solidFill>
          </a:ln>
        </p:spPr>
      </p:pic>
      <p:pic>
        <p:nvPicPr>
          <p:cNvPr id="7" name="Picture 6" descr="The image shows a quaint seaside boardwalk with people walking, under a cloudy sky.&#10;&#10;AI-generated content may be incorrect.">
            <a:extLst>
              <a:ext uri="{FF2B5EF4-FFF2-40B4-BE49-F238E27FC236}">
                <a16:creationId xmlns:a16="http://schemas.microsoft.com/office/drawing/2014/main" id="{B5830208-B6CD-79EF-578B-5D2A1B74C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0" b="3620"/>
          <a:stretch>
            <a:fillRect/>
          </a:stretch>
        </p:blipFill>
        <p:spPr>
          <a:xfrm>
            <a:off x="3901440" y="0"/>
            <a:ext cx="4511040" cy="3154680"/>
          </a:xfrm>
          <a:prstGeom prst="rect">
            <a:avLst/>
          </a:prstGeom>
          <a:ln w="38100">
            <a:solidFill>
              <a:srgbClr val="000000"/>
            </a:solidFill>
          </a:ln>
        </p:spPr>
      </p:pic>
      <p:pic>
        <p:nvPicPr>
          <p:cNvPr id="9" name="Picture 8" descr="The image shows a serene, misty beach with a rock wall and dense, lush greenery on the cliffside.&#10;&#10;AI-generated content may be incorrect.">
            <a:extLst>
              <a:ext uri="{FF2B5EF4-FFF2-40B4-BE49-F238E27FC236}">
                <a16:creationId xmlns:a16="http://schemas.microsoft.com/office/drawing/2014/main" id="{29CD40A2-48F1-37AA-E688-7716FC7C6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" r="3382"/>
          <a:stretch>
            <a:fillRect/>
          </a:stretch>
        </p:blipFill>
        <p:spPr>
          <a:xfrm>
            <a:off x="0" y="0"/>
            <a:ext cx="3901440" cy="3154680"/>
          </a:xfrm>
          <a:prstGeom prst="rect">
            <a:avLst/>
          </a:prstGeom>
          <a:ln w="38100">
            <a:solidFill>
              <a:srgbClr val="000000"/>
            </a:solidFill>
          </a:ln>
        </p:spPr>
      </p:pic>
      <p:pic>
        <p:nvPicPr>
          <p:cNvPr id="11" name="Picture 10" descr="The image shows a serene beachside resort with a poolside lounge, palm trees, and a moody, overcast sky.&#10;&#10;AI-generated content may be incorrect.">
            <a:extLst>
              <a:ext uri="{FF2B5EF4-FFF2-40B4-BE49-F238E27FC236}">
                <a16:creationId xmlns:a16="http://schemas.microsoft.com/office/drawing/2014/main" id="{AA3F7399-77CB-9A31-0776-B4EB6400FA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8" r="4838"/>
          <a:stretch>
            <a:fillRect/>
          </a:stretch>
        </p:blipFill>
        <p:spPr>
          <a:xfrm>
            <a:off x="8412480" y="0"/>
            <a:ext cx="3779520" cy="3154680"/>
          </a:xfrm>
          <a:prstGeom prst="rect">
            <a:avLst/>
          </a:prstGeom>
          <a:ln w="38100">
            <a:solidFill>
              <a:srgbClr val="000000"/>
            </a:solidFill>
          </a:ln>
        </p:spPr>
      </p:pic>
      <p:pic>
        <p:nvPicPr>
          <p:cNvPr id="13" name="Picture 12" descr="A serene, empty swimming pool is illuminated at night, surrounded by greenery and lit by soft, warm lights.&#10;&#10;AI-generated content may be incorrect.">
            <a:extLst>
              <a:ext uri="{FF2B5EF4-FFF2-40B4-BE49-F238E27FC236}">
                <a16:creationId xmlns:a16="http://schemas.microsoft.com/office/drawing/2014/main" id="{A12F6B15-D2F9-6F9E-1328-4A96456589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9" r="11799"/>
          <a:stretch>
            <a:fillRect/>
          </a:stretch>
        </p:blipFill>
        <p:spPr>
          <a:xfrm>
            <a:off x="4059936" y="3154680"/>
            <a:ext cx="5571744" cy="3703320"/>
          </a:xfrm>
          <a:prstGeom prst="rect">
            <a:avLst/>
          </a:prstGeom>
          <a:ln w="38100">
            <a:solidFill>
              <a:srgbClr val="00000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39D737-C0C6-E0CA-5C94-88A28D2A25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5" r="8675"/>
          <a:stretch>
            <a:fillRect/>
          </a:stretch>
        </p:blipFill>
        <p:spPr>
          <a:xfrm>
            <a:off x="0" y="3154680"/>
            <a:ext cx="4059936" cy="3703320"/>
          </a:xfrm>
          <a:prstGeom prst="rect">
            <a:avLst/>
          </a:prstGeom>
          <a:ln w="381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89011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Bindeman</dc:creator>
  <cp:lastModifiedBy>Michael Bindeman</cp:lastModifiedBy>
  <cp:revision>1</cp:revision>
  <dcterms:created xsi:type="dcterms:W3CDTF">2026-09-01T13:09:38Z</dcterms:created>
  <dcterms:modified xsi:type="dcterms:W3CDTF">2026-09-01T13:22:55Z</dcterms:modified>
</cp:coreProperties>
</file>