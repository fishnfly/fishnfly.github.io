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7" y="3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Bindeman" userId="18c9937d-992b-4b35-be3a-a229d4707519" providerId="ADAL" clId="{169ED001-E70A-400A-9F57-DF8F3822B7E0}"/>
    <pc:docChg chg="modSld">
      <pc:chgData name="Michael Bindeman" userId="18c9937d-992b-4b35-be3a-a229d4707519" providerId="ADAL" clId="{169ED001-E70A-400A-9F57-DF8F3822B7E0}" dt="2026-08-30T02:52:53.376" v="1" actId="14100"/>
      <pc:docMkLst>
        <pc:docMk/>
      </pc:docMkLst>
      <pc:sldChg chg="modSp mod">
        <pc:chgData name="Michael Bindeman" userId="18c9937d-992b-4b35-be3a-a229d4707519" providerId="ADAL" clId="{169ED001-E70A-400A-9F57-DF8F3822B7E0}" dt="2026-08-30T02:52:53.376" v="1" actId="14100"/>
        <pc:sldMkLst>
          <pc:docMk/>
          <pc:sldMk cId="2643401358" sldId="256"/>
        </pc:sldMkLst>
        <pc:picChg chg="mod">
          <ac:chgData name="Michael Bindeman" userId="18c9937d-992b-4b35-be3a-a229d4707519" providerId="ADAL" clId="{169ED001-E70A-400A-9F57-DF8F3822B7E0}" dt="2026-08-30T02:52:53.376" v="1" actId="14100"/>
          <ac:picMkLst>
            <pc:docMk/>
            <pc:sldMk cId="2643401358" sldId="256"/>
            <ac:picMk id="13" creationId="{F4FA4FE5-4F81-39EC-30AE-C12E762B6392}"/>
          </ac:picMkLst>
        </pc:picChg>
        <pc:picChg chg="mod">
          <ac:chgData name="Michael Bindeman" userId="18c9937d-992b-4b35-be3a-a229d4707519" providerId="ADAL" clId="{169ED001-E70A-400A-9F57-DF8F3822B7E0}" dt="2026-08-30T02:52:44.798" v="0" actId="14100"/>
          <ac:picMkLst>
            <pc:docMk/>
            <pc:sldMk cId="2643401358" sldId="256"/>
            <ac:picMk id="19" creationId="{F396E250-96B4-DBEE-8EC1-38EDD9A5CD3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F779F-0CCD-7F7E-E22B-7E32CC389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0A65-8E9D-5A24-9D4D-C10D62C9E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B6C7A-E912-9F20-7623-33486390D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9D70C-0C36-3F89-66EA-5C4D69FF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8088A-323D-5B34-4EF7-95CFABCE1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4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F5134-8973-D339-75F4-2520AF85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E4620-F02C-BAD0-35FC-312DCDA9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B4A52-2DC4-7649-E72B-5D185296D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7091-8FC3-9E4A-624A-5DE9A070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70094-F214-3116-47CE-6977DEAAC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7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DE951-3DB9-80CE-D525-46CAC1B67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95BF4-1BBA-EB74-8453-81D2BA656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102E9-02A5-B142-02ED-93A1746B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DAF67-CF17-FB5D-E8FF-C3EA1A41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94055-E1A8-02AC-98D3-02B076E1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8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7D02A-A203-1EA5-98AF-1BD42E24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CAD26-60C8-52FE-2460-B3F813DEB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DB830-5812-E965-FD91-14751BA73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85AED-05DF-BBB2-761B-3E11CCAAE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EE7A9-5BD0-5268-1229-84B9C97B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70C16-85FD-31E4-AE1F-36C54C50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9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239C6-A376-AB78-BB0C-B2DAE71D6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E7C13-6D11-C09C-97F3-4216D2F6C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472FBC-80E9-5979-C241-D87904E9B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74E6B-6B6B-2F58-7F14-1580BFC90D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62E84-0A37-E826-2ACD-02D6819EA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882424-0A63-270B-2582-DDFD04041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4FC328-A7D3-C615-E30E-C836E0BA0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6BE6D5-4137-AAD5-DC7F-ACD56F13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AFD1-9067-0F6E-8126-4E425DDAF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D4724-8AE4-3B38-F937-04B7BF364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BB35B-69C1-6961-00D8-BB71A2ED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190B85-8B6A-7F0F-62F3-6D5D1FB8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97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BCCE76-F36E-396F-822F-4870D867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A8E7B8-DC8D-1D8E-286B-642029DE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B48DF-0E3A-906B-4D72-5B12C2C7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2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6D46-8C9D-D097-5F4C-263FE5DDD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20B18-3016-5D64-427B-762FB5471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E1DAA-5FF0-E5AB-2C53-3BCF87F05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ACC3B-2981-59F9-E214-6ED3E178E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EDE74-0092-2012-C877-9E291F30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DC33E-3E51-9BB8-039A-8D9E55C8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6B058-F7A6-2D77-A6B4-4F5BA2116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811BF9-C5FB-2D20-86E1-AA820FFBF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FC3C5-BE5A-9329-0359-E94E0C7A3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7CE1C-9F3C-8AF1-E43D-19026EBB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5E76B-0B35-19E1-0878-6C8AAC87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FD3ED-54E0-AB52-AFC5-10D4F14DD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02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866D-776A-D82A-59E4-C9C2350D4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957EB-3D6F-7429-4715-D542B55C2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1568E-F9E0-342E-296F-323DAA27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635CB-48DF-38D3-906E-1AB0C492E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E103B-3D33-17CD-9079-18ED3E60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EEE9DC-493B-3B2C-996A-049028F0C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15C47-D7A1-373F-2619-4CC3887E4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69B27-E175-7B41-957B-3D9FA032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3BED0-F783-A345-E129-3CFDE0496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A03D5-A193-1EE2-2B38-771B9C572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5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68D702-6A0D-7283-125D-ECFA6318D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310FF-713F-436C-9EBE-AEDFAA8AE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84510-CA44-06A4-94CF-128DB22A4A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4FFAC-3A4B-5394-16FD-711EB2D1E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DCB7E-FD46-62AD-EFB1-4F40C4B30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5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depicts a sparse, rocky landscape with sparse vegetation under a cloudy, overcast sky.&#10;&#10;AI-generated content may be incorrect.">
            <a:extLst>
              <a:ext uri="{FF2B5EF4-FFF2-40B4-BE49-F238E27FC236}">
                <a16:creationId xmlns:a16="http://schemas.microsoft.com/office/drawing/2014/main" id="{44DED9B2-2F17-5ACF-DAE5-75357BFF5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33448" cy="2682905"/>
          </a:xfrm>
          <a:prstGeom prst="rect">
            <a:avLst/>
          </a:prstGeom>
        </p:spPr>
      </p:pic>
      <p:pic>
        <p:nvPicPr>
          <p:cNvPr id="9" name="Picture 8" descr="The image shows a serene marina with several boats docked under a cloudy sky.&#10;&#10;AI-generated content may be incorrect.">
            <a:extLst>
              <a:ext uri="{FF2B5EF4-FFF2-40B4-BE49-F238E27FC236}">
                <a16:creationId xmlns:a16="http://schemas.microsoft.com/office/drawing/2014/main" id="{6F60FD45-7EB4-E66C-4AE7-A7EBDCBF6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796" y="0"/>
            <a:ext cx="4966204" cy="3739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43DABE-9C26-8815-18FC-E2991AD74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2904"/>
            <a:ext cx="3109704" cy="4183173"/>
          </a:xfrm>
          <a:prstGeom prst="rect">
            <a:avLst/>
          </a:prstGeom>
        </p:spPr>
      </p:pic>
      <p:pic>
        <p:nvPicPr>
          <p:cNvPr id="13" name="Picture 12" descr="The image depicts a rugged, rocky coastline with a blue ocean crashing against the cliffs under a clear blue sky.&#10;&#10;AI-generated content may be incorrect.">
            <a:extLst>
              <a:ext uri="{FF2B5EF4-FFF2-40B4-BE49-F238E27FC236}">
                <a16:creationId xmlns:a16="http://schemas.microsoft.com/office/drawing/2014/main" id="{F4FA4FE5-4F81-39EC-30AE-C12E762B63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374" y="2682903"/>
            <a:ext cx="3151745" cy="4175095"/>
          </a:xfrm>
          <a:prstGeom prst="rect">
            <a:avLst/>
          </a:prstGeom>
        </p:spPr>
      </p:pic>
      <p:pic>
        <p:nvPicPr>
          <p:cNvPr id="15" name="Picture 14" descr="The image shows a serene, mountainous landscape with a large, rocky peak under a partly cloudy sky.&#10;&#10;AI-generated content may be incorrect.">
            <a:extLst>
              <a:ext uri="{FF2B5EF4-FFF2-40B4-BE49-F238E27FC236}">
                <a16:creationId xmlns:a16="http://schemas.microsoft.com/office/drawing/2014/main" id="{AECC4F73-58FF-85A6-321C-D7E8A0E96D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885" y="2690982"/>
            <a:ext cx="1809839" cy="1056827"/>
          </a:xfrm>
          <a:prstGeom prst="rect">
            <a:avLst/>
          </a:prstGeom>
        </p:spPr>
      </p:pic>
      <p:pic>
        <p:nvPicPr>
          <p:cNvPr id="17" name="Picture 16" descr="The image depicts a serene, turquoious sea with palm trees lining the rocky coastline under a clear, blue sky.&#10;&#10;AI-generated content may be incorrect.">
            <a:extLst>
              <a:ext uri="{FF2B5EF4-FFF2-40B4-BE49-F238E27FC236}">
                <a16:creationId xmlns:a16="http://schemas.microsoft.com/office/drawing/2014/main" id="{6E46CB75-6782-C74C-34BF-BB31469A58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535" y="3739732"/>
            <a:ext cx="2787465" cy="3126346"/>
          </a:xfrm>
          <a:prstGeom prst="rect">
            <a:avLst/>
          </a:prstGeom>
        </p:spPr>
      </p:pic>
      <p:pic>
        <p:nvPicPr>
          <p:cNvPr id="19" name="Picture 18" descr="The image shows a serene blue ocean with a lone small boat, contrasting against a clear blue sky.&#10;&#10;AI-generated content may be incorrect.">
            <a:extLst>
              <a:ext uri="{FF2B5EF4-FFF2-40B4-BE49-F238E27FC236}">
                <a16:creationId xmlns:a16="http://schemas.microsoft.com/office/drawing/2014/main" id="{F396E250-96B4-DBEE-8EC1-38EDD9A5CD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119" y="3739731"/>
            <a:ext cx="3151745" cy="312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01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Bindeman</dc:creator>
  <cp:lastModifiedBy>Michael Bindeman</cp:lastModifiedBy>
  <cp:revision>1</cp:revision>
  <dcterms:created xsi:type="dcterms:W3CDTF">2026-08-30T02:42:10Z</dcterms:created>
  <dcterms:modified xsi:type="dcterms:W3CDTF">2026-08-30T02:57:58Z</dcterms:modified>
</cp:coreProperties>
</file>